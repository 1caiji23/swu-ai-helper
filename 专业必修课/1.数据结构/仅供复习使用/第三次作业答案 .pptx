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52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566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525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57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81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36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9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71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04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98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387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023F5D-5DA1-40D7-9BA8-6493DB1A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6471E8-54CB-4202-A3C6-90B01809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F77563-29B0-4356-A303-AE800B85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3E3C003-8E9C-4365-823C-82B7C5500835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C257D5DF-CE0E-4C99-985B-0B4C13D2B5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5974DED5-33E1-49C1-AF8C-8B5F96507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CDD240BC-AA8E-4720-BAA8-8BA4C39FE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9A9F355C-7215-4E87-9E0A-CBAB62AE6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BC2044B-E150-4A79-8D26-74FB2501B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25612C91-115E-4128-855F-10BD57AAE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16EF1DEE-0FED-4AA1-9700-3B6F1E1F0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AAF0374A-1288-4700-896B-86285883F4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Freeform 33">
              <a:extLst>
                <a:ext uri="{FF2B5EF4-FFF2-40B4-BE49-F238E27FC236}">
                  <a16:creationId xmlns:a16="http://schemas.microsoft.com/office/drawing/2014/main" id="{7D81EB79-E6D8-443B-9F25-3632F36DD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3830C7F-65F9-43AA-9355-6CAEDED93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36">
              <a:extLst>
                <a:ext uri="{FF2B5EF4-FFF2-40B4-BE49-F238E27FC236}">
                  <a16:creationId xmlns:a16="http://schemas.microsoft.com/office/drawing/2014/main" id="{E76BFCB5-3408-4815-994A-C5FAA567D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D6B762C4-5A72-4258-BCD6-5C2E1AE23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A0A4C5B5-789D-4B57-AB81-F1BECC99F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C4687E93-7A61-425A-AC28-D6A69E437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E77F7FB3-7D4B-4EE8-8C35-D8BEA5987A6F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AD29A9F-3345-4BDF-A499-439F172F09EA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CD5622-DE7E-4C1E-B6EA-708E11DA3CDB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896EB44-3B45-4E38-A7E0-31F9276BD6C7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F0DF9F5-CB0F-49DE-8417-B59A7FE49E32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2F6D0600-79C9-47D7-A603-9826D08A19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98C9D191-75C4-4AFA-B3AC-08AADC2886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24BE8ED6-9F15-4ADD-8CAE-31923EA147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920400D0-F830-4C39-983C-8595B8D47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9CE450E-939E-4F1D-8DA0-33C42F3245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614FF597-786A-488B-AAEE-43BA22BE8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3625BAE8-57FD-4A77-861D-AE8635915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8E74C1B8-9A0B-4BD3-823D-9994C0353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1CE2847F-CDC1-43B3-A4B7-7816C379F1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3B95921D-5B97-42A6-9EF6-C8FDC6CA6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1F12BC9D-9E62-41B9-BA9A-48C04D1F4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0966FB55-6969-45AA-A00A-302DF34C63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B3BA570A-50BA-4498-9C53-46D2663A2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21">
                <a:extLst>
                  <a:ext uri="{FF2B5EF4-FFF2-40B4-BE49-F238E27FC236}">
                    <a16:creationId xmlns:a16="http://schemas.microsoft.com/office/drawing/2014/main" id="{B3566405-4CCC-421B-BCEA-0A6F29CA0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DC9A54A7-8E63-4315-81E2-F5F5BD20B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1B0E2042-A2FA-4FD3-A360-38FEABB0B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6116D539-A9F8-4621-8654-A2282E1C4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814CE22-16C9-4C83-AE88-3549CDA26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83831B9C-16B2-43D0-A1A4-97235E4BC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4FFF5076-0286-49F8-B969-71DC20845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DC4A2536-478A-4479-BBDB-C1A832F7C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304527B4-B693-42AD-8369-7FBF4CAC5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14307D10-7924-4F7B-9DC6-1785600E6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649EC69D-341B-4F89-8AFF-DDE0C6A96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32">
                <a:extLst>
                  <a:ext uri="{FF2B5EF4-FFF2-40B4-BE49-F238E27FC236}">
                    <a16:creationId xmlns:a16="http://schemas.microsoft.com/office/drawing/2014/main" id="{07866278-8AEC-49F6-A37A-E817DF8BE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33">
                <a:extLst>
                  <a:ext uri="{FF2B5EF4-FFF2-40B4-BE49-F238E27FC236}">
                    <a16:creationId xmlns:a16="http://schemas.microsoft.com/office/drawing/2014/main" id="{12C0D2F0-E8BA-4AD1-AEEF-213030E42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34">
                <a:extLst>
                  <a:ext uri="{FF2B5EF4-FFF2-40B4-BE49-F238E27FC236}">
                    <a16:creationId xmlns:a16="http://schemas.microsoft.com/office/drawing/2014/main" id="{6DAED316-684A-46E7-9759-C10904887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46">
                <a:extLst>
                  <a:ext uri="{FF2B5EF4-FFF2-40B4-BE49-F238E27FC236}">
                    <a16:creationId xmlns:a16="http://schemas.microsoft.com/office/drawing/2014/main" id="{02060035-CFEA-41A1-8C7B-81DA62978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47">
                <a:extLst>
                  <a:ext uri="{FF2B5EF4-FFF2-40B4-BE49-F238E27FC236}">
                    <a16:creationId xmlns:a16="http://schemas.microsoft.com/office/drawing/2014/main" id="{C317904C-47FB-49E9-A6D2-441590594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48">
                <a:extLst>
                  <a:ext uri="{FF2B5EF4-FFF2-40B4-BE49-F238E27FC236}">
                    <a16:creationId xmlns:a16="http://schemas.microsoft.com/office/drawing/2014/main" id="{40FA5D6E-F0A2-442F-B276-FA3C18CDA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49">
                <a:extLst>
                  <a:ext uri="{FF2B5EF4-FFF2-40B4-BE49-F238E27FC236}">
                    <a16:creationId xmlns:a16="http://schemas.microsoft.com/office/drawing/2014/main" id="{33ECC6F9-472E-46D9-BF13-1EBCACCE2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50">
                <a:extLst>
                  <a:ext uri="{FF2B5EF4-FFF2-40B4-BE49-F238E27FC236}">
                    <a16:creationId xmlns:a16="http://schemas.microsoft.com/office/drawing/2014/main" id="{00F4D34E-1FD6-498C-A92C-4B9F5B2A0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51">
                <a:extLst>
                  <a:ext uri="{FF2B5EF4-FFF2-40B4-BE49-F238E27FC236}">
                    <a16:creationId xmlns:a16="http://schemas.microsoft.com/office/drawing/2014/main" id="{62E05761-4BE3-4596-BC7B-E843ED896F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52">
                <a:extLst>
                  <a:ext uri="{FF2B5EF4-FFF2-40B4-BE49-F238E27FC236}">
                    <a16:creationId xmlns:a16="http://schemas.microsoft.com/office/drawing/2014/main" id="{111A3351-C750-426B-A5B1-1EA92B4F4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53">
                <a:extLst>
                  <a:ext uri="{FF2B5EF4-FFF2-40B4-BE49-F238E27FC236}">
                    <a16:creationId xmlns:a16="http://schemas.microsoft.com/office/drawing/2014/main" id="{BFB3222C-C817-43E8-ABAD-7EC38B06B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54">
                <a:extLst>
                  <a:ext uri="{FF2B5EF4-FFF2-40B4-BE49-F238E27FC236}">
                    <a16:creationId xmlns:a16="http://schemas.microsoft.com/office/drawing/2014/main" id="{81F3035C-7082-4827-A287-B9945C199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55">
                <a:extLst>
                  <a:ext uri="{FF2B5EF4-FFF2-40B4-BE49-F238E27FC236}">
                    <a16:creationId xmlns:a16="http://schemas.microsoft.com/office/drawing/2014/main" id="{6BC705B7-36EF-4EE1-A9B9-FFFB8110EA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56">
                <a:extLst>
                  <a:ext uri="{FF2B5EF4-FFF2-40B4-BE49-F238E27FC236}">
                    <a16:creationId xmlns:a16="http://schemas.microsoft.com/office/drawing/2014/main" id="{D736225A-4414-430B-9F38-B5C05B527F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57">
                <a:extLst>
                  <a:ext uri="{FF2B5EF4-FFF2-40B4-BE49-F238E27FC236}">
                    <a16:creationId xmlns:a16="http://schemas.microsoft.com/office/drawing/2014/main" id="{7A41B186-F0F5-42FF-9D4A-C0979B626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58">
                <a:extLst>
                  <a:ext uri="{FF2B5EF4-FFF2-40B4-BE49-F238E27FC236}">
                    <a16:creationId xmlns:a16="http://schemas.microsoft.com/office/drawing/2014/main" id="{4E74C4E6-BA0A-498F-B7B1-985C9DBAB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7" name="文本占位符 65">
            <a:extLst>
              <a:ext uri="{FF2B5EF4-FFF2-40B4-BE49-F238E27FC236}">
                <a16:creationId xmlns:a16="http://schemas.microsoft.com/office/drawing/2014/main" id="{4723E697-2A10-4CB1-9E9F-12DB547B6ED2}"/>
              </a:ext>
            </a:extLst>
          </p:cNvPr>
          <p:cNvSpPr>
            <a:spLocks noGrp="1"/>
          </p:cNvSpPr>
          <p:nvPr userDrawn="1"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71875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D253-40DF-43B6-8E5A-682344597D75}" type="datetimeFigureOut">
              <a:rPr lang="zh-CN" altLang="en-US" smtClean="0"/>
              <a:t>2020/12/25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62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097899" y="253874"/>
            <a:ext cx="1217169" cy="605909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1898" y="3721615"/>
            <a:ext cx="110828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2.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一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个线性表为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B=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12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23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45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57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20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03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78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31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15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36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），设散列表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为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HT[0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..12]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，散列函数为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H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key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= key % 13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并用线性探查法解决冲突，请画出散列表，并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计算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等概率情况下查找成功的平均查找长度。</a:t>
            </a:r>
          </a:p>
        </p:txBody>
      </p:sp>
      <p:sp>
        <p:nvSpPr>
          <p:cNvPr id="5" name="矩形 4"/>
          <p:cNvSpPr/>
          <p:nvPr/>
        </p:nvSpPr>
        <p:spPr>
          <a:xfrm>
            <a:off x="763146" y="1227067"/>
            <a:ext cx="1108280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1.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编写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一个算法，对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个关键字取整数值的记录序列进行整理，以使所有关键字为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负值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的记录排在关键字为非负值的记录之前，要求：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 采用顺序存储结构，至多使用一个记录的辅助存储空间；</a:t>
            </a:r>
          </a:p>
          <a:p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 算法的时间复杂度为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O(n)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 讨论算法中记录的最大移动次数</a:t>
            </a:r>
          </a:p>
        </p:txBody>
      </p:sp>
    </p:spTree>
    <p:extLst>
      <p:ext uri="{BB962C8B-B14F-4D97-AF65-F5344CB8AC3E}">
        <p14:creationId xmlns:p14="http://schemas.microsoft.com/office/powerpoint/2010/main" val="16162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64" y="1289036"/>
            <a:ext cx="7363752" cy="438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4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837" y="2892416"/>
            <a:ext cx="7719802" cy="144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3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157</Words>
  <Application>Microsoft Office PowerPoint</Application>
  <PresentationFormat>宽屏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等线 Light</vt:lpstr>
      <vt:lpstr>管峻楷书简体</vt:lpstr>
      <vt:lpstr>思源宋体 CN Heavy</vt:lpstr>
      <vt:lpstr>Arial</vt:lpstr>
      <vt:lpstr>Segoe UI</vt:lpstr>
      <vt:lpstr>Times New Roman</vt:lpstr>
      <vt:lpstr>等线</vt:lpstr>
      <vt:lpstr>楷体</vt:lpstr>
      <vt:lpstr>微软雅黑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fengminyu</dc:creator>
  <cp:lastModifiedBy>fengminyu</cp:lastModifiedBy>
  <cp:revision>4</cp:revision>
  <dcterms:created xsi:type="dcterms:W3CDTF">2020-10-30T13:32:06Z</dcterms:created>
  <dcterms:modified xsi:type="dcterms:W3CDTF">2020-12-25T03:01:47Z</dcterms:modified>
</cp:coreProperties>
</file>